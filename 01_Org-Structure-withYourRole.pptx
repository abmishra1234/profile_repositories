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1ADC-BC04-42F3-9D5A-1D35D1418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6C1E1-962B-4433-9732-38BA67FA2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7611F-5E21-4153-82E5-B5EDBDA13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81CC-EFD7-4F00-878B-1705F0DD5F7F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8C7CF-CE31-47A6-9B4E-B605B7C12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96FE3-7896-44E2-BB11-4E1EE2F22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ECA0-1B58-4E33-90CF-7AF43D0C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046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E8571-1961-4AE1-8EAE-6D806EF4C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FA023-E539-4A82-935A-109923BEE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653AA-4E3B-4073-BD85-90A79E8EF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81CC-EFD7-4F00-878B-1705F0DD5F7F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DCA0C-C681-47AA-8F99-D2EDA3EF2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F25C7-E37A-4FCD-9A01-64991F061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ECA0-1B58-4E33-90CF-7AF43D0C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94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70B31-E26B-4ADB-8F10-EE2EED847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A4CAB-7F24-4E3A-9D1A-30D8AB681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4DBCE-F78A-43D4-8F22-09B4C9819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81CC-EFD7-4F00-878B-1705F0DD5F7F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6B4E7-2C4F-4BA5-B0B2-A521216AB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69E71-9054-4109-B4DB-A2F7F5D4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ECA0-1B58-4E33-90CF-7AF43D0C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074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6C011-0DFC-4594-BFD9-74E7CEA40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ED6D0-6305-46C7-BCAF-8FC7A6116E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407D42-E672-484B-BA8A-D1F13DAA0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3863F-91E7-4F90-9519-299ED72BB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81CC-EFD7-4F00-878B-1705F0DD5F7F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2A988-06DB-4C79-ACF4-4F9263A78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C9AC8-CB53-4EBD-8A67-C4E3B8AED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ECA0-1B58-4E33-90CF-7AF43D0C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891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DD00A-CCE0-4D3C-982D-1DFE03F44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71A8D-32AE-4059-AD52-151E3AFE1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85240-5882-4D33-A369-B83333C11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3B62BB-F6FA-42FA-BF6C-658F8C8EBB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676DB7-7F94-4E44-A098-63A770C7F9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DDB41F-1B47-435C-ADDF-23A8D1F7C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81CC-EFD7-4F00-878B-1705F0DD5F7F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30B268-DE7F-423F-B9AD-D38FDC816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8093CB-DB75-41CE-842D-D7FC7CF89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ECA0-1B58-4E33-90CF-7AF43D0C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242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93A6E-B623-4C5C-BF8C-E845A0820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E9417E-16BF-4BDE-B1CE-D3D00D3DA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81CC-EFD7-4F00-878B-1705F0DD5F7F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662C73-1258-41C1-85C2-0AEE34CDA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EB6521-6996-499E-A7C0-31F90FD26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ECA0-1B58-4E33-90CF-7AF43D0C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997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F591FE-19CC-48ED-9C6F-9D2DB7C0D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81CC-EFD7-4F00-878B-1705F0DD5F7F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0EA2C7-92B5-4B0F-BABD-BFA31CCD9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F8734-7836-4CC9-9A9B-EC307B49B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ECA0-1B58-4E33-90CF-7AF43D0C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601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41BD4-7114-4845-948A-A8925DBD5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77D44-28C6-4127-83E4-79FC3DDE3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94A9E6-81F9-4D36-882D-576CE71A3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65CA2-F2CE-421B-9579-D04AB39EC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81CC-EFD7-4F00-878B-1705F0DD5F7F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10A20-3144-43EE-AD39-FE6EE0455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E1D5D-757E-48BE-ABE1-B57B630F6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ECA0-1B58-4E33-90CF-7AF43D0C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212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8B8FD-16FB-4543-9799-ED4873E78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305E80-A94A-4B37-AE28-E3E49072C5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B4DC6-7D21-4495-A8C8-1A30BD36D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C5899-8F35-4F8A-8DFB-586CB16A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81CC-EFD7-4F00-878B-1705F0DD5F7F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5FF51-BD73-403F-B204-68FDA4B28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56D6C-1254-458F-B552-8175FEDA1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ECA0-1B58-4E33-90CF-7AF43D0C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708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C6CBD-D309-4B4B-A306-BA1DF04C5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74D61D-0F1C-485B-9C67-396975244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15E0F-40C2-4FF1-B5A4-286A98575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81CC-EFD7-4F00-878B-1705F0DD5F7F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5A722-A2D9-4DD6-AEAB-550D8F1BB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08E05-8BCD-4464-AE81-C2B0D422F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ECA0-1B58-4E33-90CF-7AF43D0C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027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1C9F24-6C67-4666-A8F2-B52FB83B9B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3D4DA1-D172-45C7-BA97-EEBC20FEF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FD49C-F55A-45F7-9F15-7AD795B8E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81CC-EFD7-4F00-878B-1705F0DD5F7F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70314-D860-4E9E-8DDC-2FA4D6258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F8DB8-EBAB-4BA9-9464-C97FF45A8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ECA0-1B58-4E33-90CF-7AF43D0C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431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F8FA78-F87B-4481-9A4A-13EF978B5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1366A-0EF5-43FB-9C10-87A55C881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C9013-6A7E-44C8-A18A-45BBE7E3AC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D481CC-EFD7-4F00-878B-1705F0DD5F7F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B0B67-A6E0-4386-B52F-188C3F05D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28C30-82E6-48AE-A3DD-E3AAB9802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DECA0-1B58-4E33-90CF-7AF43D0C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19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F549BA-8F33-4832-9327-E77BC9025A3A}"/>
              </a:ext>
            </a:extLst>
          </p:cNvPr>
          <p:cNvSpPr/>
          <p:nvPr/>
        </p:nvSpPr>
        <p:spPr>
          <a:xfrm>
            <a:off x="5341137" y="618022"/>
            <a:ext cx="1828800" cy="6264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MD</a:t>
            </a:r>
          </a:p>
          <a:p>
            <a:pPr algn="ctr"/>
            <a:r>
              <a:rPr lang="en-US" sz="1600" dirty="0"/>
              <a:t>Korean Expat</a:t>
            </a:r>
            <a:endParaRPr lang="en-IN" sz="16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8735D1-E19E-4231-9803-57D22AF7F255}"/>
              </a:ext>
            </a:extLst>
          </p:cNvPr>
          <p:cNvSpPr/>
          <p:nvPr/>
        </p:nvSpPr>
        <p:spPr>
          <a:xfrm>
            <a:off x="2502270" y="1639377"/>
            <a:ext cx="1538243" cy="787166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768091-4E70-4CCF-A9E8-2D5CCA34067B}"/>
              </a:ext>
            </a:extLst>
          </p:cNvPr>
          <p:cNvSpPr/>
          <p:nvPr/>
        </p:nvSpPr>
        <p:spPr>
          <a:xfrm>
            <a:off x="5115861" y="1639377"/>
            <a:ext cx="2266059" cy="560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TM</a:t>
            </a:r>
          </a:p>
          <a:p>
            <a:pPr algn="ctr"/>
            <a:r>
              <a:rPr lang="en-US" sz="1400" dirty="0"/>
              <a:t>Team Manager</a:t>
            </a:r>
            <a:endParaRPr lang="en-IN" sz="1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AEC2787-92BE-4966-8143-55C5F1CEEC51}"/>
              </a:ext>
            </a:extLst>
          </p:cNvPr>
          <p:cNvSpPr/>
          <p:nvPr/>
        </p:nvSpPr>
        <p:spPr>
          <a:xfrm>
            <a:off x="7774019" y="1627091"/>
            <a:ext cx="2016807" cy="560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Korean Expat</a:t>
            </a:r>
          </a:p>
          <a:p>
            <a:pPr algn="ctr"/>
            <a:r>
              <a:rPr lang="en-US" sz="1400" dirty="0"/>
              <a:t>Project Co-ordination</a:t>
            </a:r>
            <a:endParaRPr lang="en-IN" sz="14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1EBF8CC-6B38-4E88-8512-DB1EC2189781}"/>
              </a:ext>
            </a:extLst>
          </p:cNvPr>
          <p:cNvGrpSpPr/>
          <p:nvPr/>
        </p:nvGrpSpPr>
        <p:grpSpPr>
          <a:xfrm>
            <a:off x="2645523" y="1972763"/>
            <a:ext cx="1289104" cy="389378"/>
            <a:chOff x="1588452" y="1366521"/>
            <a:chExt cx="1367883" cy="40370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61C6A2E-D370-4B1A-A000-7C06C38B44A2}"/>
                </a:ext>
              </a:extLst>
            </p:cNvPr>
            <p:cNvSpPr/>
            <p:nvPr/>
          </p:nvSpPr>
          <p:spPr>
            <a:xfrm>
              <a:off x="1588452" y="1366521"/>
              <a:ext cx="649482" cy="382919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NCD T/F</a:t>
              </a:r>
              <a:endParaRPr lang="en-IN" sz="12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C390FE-DF57-4526-A470-EFBC8579EB79}"/>
                </a:ext>
              </a:extLst>
            </p:cNvPr>
            <p:cNvSpPr/>
            <p:nvPr/>
          </p:nvSpPr>
          <p:spPr>
            <a:xfrm>
              <a:off x="2306852" y="1387303"/>
              <a:ext cx="649481" cy="382919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SAB</a:t>
              </a:r>
              <a:endParaRPr lang="en-IN" sz="1200" dirty="0"/>
            </a:p>
          </p:txBody>
        </p:sp>
      </p:grp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A7C3B4F4-E5DF-4393-99CE-D52FAECC3DF3}"/>
              </a:ext>
            </a:extLst>
          </p:cNvPr>
          <p:cNvCxnSpPr>
            <a:cxnSpLocks/>
            <a:stCxn id="5" idx="2"/>
            <a:endCxn id="26" idx="0"/>
          </p:cNvCxnSpPr>
          <p:nvPr/>
        </p:nvCxnSpPr>
        <p:spPr>
          <a:xfrm rot="16200000" flipH="1">
            <a:off x="2788951" y="2908984"/>
            <a:ext cx="1009715" cy="44832"/>
          </a:xfrm>
          <a:prstGeom prst="bentConnector3">
            <a:avLst>
              <a:gd name="adj1" fmla="val 48308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428C04E-5AA6-4945-84C9-2297C67226E3}"/>
              </a:ext>
            </a:extLst>
          </p:cNvPr>
          <p:cNvSpPr/>
          <p:nvPr/>
        </p:nvSpPr>
        <p:spPr>
          <a:xfrm>
            <a:off x="2630458" y="3436258"/>
            <a:ext cx="1371532" cy="400756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78D5AA-5862-4D32-97AD-259604C17E22}"/>
              </a:ext>
            </a:extLst>
          </p:cNvPr>
          <p:cNvSpPr/>
          <p:nvPr/>
        </p:nvSpPr>
        <p:spPr>
          <a:xfrm>
            <a:off x="2742592" y="3514562"/>
            <a:ext cx="426699" cy="2696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IAB</a:t>
            </a:r>
            <a:endParaRPr lang="en-IN" sz="12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CDB0254-06F8-4CC7-98C9-58A503D2D513}"/>
              </a:ext>
            </a:extLst>
          </p:cNvPr>
          <p:cNvSpPr/>
          <p:nvPr/>
        </p:nvSpPr>
        <p:spPr>
          <a:xfrm>
            <a:off x="5279062" y="2562545"/>
            <a:ext cx="1890875" cy="546838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22A773-4539-45FC-8FB4-2DE9349B1FBB}"/>
              </a:ext>
            </a:extLst>
          </p:cNvPr>
          <p:cNvSpPr/>
          <p:nvPr/>
        </p:nvSpPr>
        <p:spPr>
          <a:xfrm>
            <a:off x="5584953" y="2618400"/>
            <a:ext cx="429433" cy="3433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DL1</a:t>
            </a:r>
            <a:endParaRPr lang="en-IN" sz="160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98D722F-A9D2-4F22-AF02-D597D10A40DC}"/>
              </a:ext>
            </a:extLst>
          </p:cNvPr>
          <p:cNvSpPr/>
          <p:nvPr/>
        </p:nvSpPr>
        <p:spPr>
          <a:xfrm>
            <a:off x="4939510" y="3327872"/>
            <a:ext cx="2576087" cy="589346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41E211A-4F10-4CD0-A90D-FF518F485790}"/>
              </a:ext>
            </a:extLst>
          </p:cNvPr>
          <p:cNvSpPr/>
          <p:nvPr/>
        </p:nvSpPr>
        <p:spPr>
          <a:xfrm>
            <a:off x="5028088" y="3463338"/>
            <a:ext cx="566988" cy="3222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PL1</a:t>
            </a:r>
            <a:endParaRPr lang="en-IN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737657-9456-4733-B70F-D539BF211714}"/>
              </a:ext>
            </a:extLst>
          </p:cNvPr>
          <p:cNvSpPr txBox="1"/>
          <p:nvPr/>
        </p:nvSpPr>
        <p:spPr>
          <a:xfrm>
            <a:off x="2918344" y="1032451"/>
            <a:ext cx="2109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Century Gothic" panose="020B0502020202020204" pitchFamily="34" charset="0"/>
              </a:rPr>
              <a:t>New concept development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Century Gothic" panose="020B0502020202020204" pitchFamily="34" charset="0"/>
              </a:rPr>
              <a:t>Samsung Architect Board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Century Gothic" panose="020B0502020202020204" pitchFamily="34" charset="0"/>
              </a:rPr>
              <a:t>Dev. Center KPI Roadmap</a:t>
            </a:r>
          </a:p>
          <a:p>
            <a:endParaRPr lang="en-IN" dirty="0"/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26BD3F8E-23E8-4FF2-90E6-73B188EA0823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>
          <a:xfrm flipV="1">
            <a:off x="4001990" y="2835964"/>
            <a:ext cx="1277072" cy="80067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35F7ED1-B22D-47CD-BD25-EF5FAA87914E}"/>
              </a:ext>
            </a:extLst>
          </p:cNvPr>
          <p:cNvGrpSpPr/>
          <p:nvPr/>
        </p:nvGrpSpPr>
        <p:grpSpPr>
          <a:xfrm>
            <a:off x="4715040" y="4258073"/>
            <a:ext cx="942115" cy="1294850"/>
            <a:chOff x="3933580" y="4133632"/>
            <a:chExt cx="942115" cy="1342484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3A0C3B2A-2AC9-4D99-A463-A7DCE8219A5C}"/>
                </a:ext>
              </a:extLst>
            </p:cNvPr>
            <p:cNvSpPr/>
            <p:nvPr/>
          </p:nvSpPr>
          <p:spPr>
            <a:xfrm>
              <a:off x="3933580" y="4133632"/>
              <a:ext cx="942115" cy="1342484"/>
            </a:xfrm>
            <a:prstGeom prst="roundRect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6C161FB-4FF5-4AFA-9F9B-232E6D3D1D2D}"/>
                </a:ext>
              </a:extLst>
            </p:cNvPr>
            <p:cNvSpPr/>
            <p:nvPr/>
          </p:nvSpPr>
          <p:spPr>
            <a:xfrm>
              <a:off x="4036163" y="4299515"/>
              <a:ext cx="700755" cy="2563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Dev</a:t>
              </a:r>
              <a:endParaRPr lang="en-IN" sz="1200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B1A2CFE-16BB-4938-9E1D-4443D127710F}"/>
                </a:ext>
              </a:extLst>
            </p:cNvPr>
            <p:cNvSpPr/>
            <p:nvPr/>
          </p:nvSpPr>
          <p:spPr>
            <a:xfrm>
              <a:off x="4034976" y="4649931"/>
              <a:ext cx="700755" cy="2563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SQE</a:t>
              </a:r>
              <a:endParaRPr lang="en-IN" sz="1200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B1AD3F0-5CF4-466E-8F9D-77AC3B80077D}"/>
                </a:ext>
              </a:extLst>
            </p:cNvPr>
            <p:cNvSpPr/>
            <p:nvPr/>
          </p:nvSpPr>
          <p:spPr>
            <a:xfrm>
              <a:off x="4048783" y="5030250"/>
              <a:ext cx="700755" cy="2563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SPE</a:t>
              </a:r>
              <a:endParaRPr lang="en-IN" sz="1200" dirty="0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0784AD36-FA3F-422A-8336-8CAEA54AFC29}"/>
              </a:ext>
            </a:extLst>
          </p:cNvPr>
          <p:cNvSpPr/>
          <p:nvPr/>
        </p:nvSpPr>
        <p:spPr>
          <a:xfrm>
            <a:off x="6376228" y="2644402"/>
            <a:ext cx="429433" cy="3433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DLX</a:t>
            </a:r>
            <a:endParaRPr lang="en-IN" sz="12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095DB6A-2F8E-4F27-9677-83F6E660C362}"/>
              </a:ext>
            </a:extLst>
          </p:cNvPr>
          <p:cNvSpPr/>
          <p:nvPr/>
        </p:nvSpPr>
        <p:spPr>
          <a:xfrm>
            <a:off x="5657155" y="3473259"/>
            <a:ext cx="566988" cy="3222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PL2</a:t>
            </a:r>
            <a:endParaRPr lang="en-IN" sz="12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ED3B9C1-A0D4-4DC6-B30A-DA31660D1D2A}"/>
              </a:ext>
            </a:extLst>
          </p:cNvPr>
          <p:cNvSpPr/>
          <p:nvPr/>
        </p:nvSpPr>
        <p:spPr>
          <a:xfrm>
            <a:off x="6863957" y="3461953"/>
            <a:ext cx="566988" cy="3222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PLX</a:t>
            </a:r>
            <a:endParaRPr lang="en-IN" sz="1200" dirty="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E4EDDEB-B789-483F-A299-A81F5CA1C7D4}"/>
              </a:ext>
            </a:extLst>
          </p:cNvPr>
          <p:cNvGrpSpPr/>
          <p:nvPr/>
        </p:nvGrpSpPr>
        <p:grpSpPr>
          <a:xfrm>
            <a:off x="5894207" y="4258073"/>
            <a:ext cx="942115" cy="1294850"/>
            <a:chOff x="5069315" y="4218610"/>
            <a:chExt cx="942115" cy="1342484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9E5631F0-C262-4FF1-BB55-890EBDA63AF5}"/>
                </a:ext>
              </a:extLst>
            </p:cNvPr>
            <p:cNvSpPr/>
            <p:nvPr/>
          </p:nvSpPr>
          <p:spPr>
            <a:xfrm>
              <a:off x="5069315" y="4218610"/>
              <a:ext cx="942115" cy="1342484"/>
            </a:xfrm>
            <a:prstGeom prst="roundRect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2DAD104B-126F-4FBC-BC05-7DAF410FBA1D}"/>
                </a:ext>
              </a:extLst>
            </p:cNvPr>
            <p:cNvSpPr/>
            <p:nvPr/>
          </p:nvSpPr>
          <p:spPr>
            <a:xfrm>
              <a:off x="5191183" y="4378225"/>
              <a:ext cx="700755" cy="2563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Dev</a:t>
              </a:r>
              <a:endParaRPr lang="en-IN" sz="1200" dirty="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7CC1603-10FB-4151-8111-BD631D9CBDCE}"/>
                </a:ext>
              </a:extLst>
            </p:cNvPr>
            <p:cNvSpPr/>
            <p:nvPr/>
          </p:nvSpPr>
          <p:spPr>
            <a:xfrm>
              <a:off x="5189996" y="4728641"/>
              <a:ext cx="700755" cy="2563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SQE</a:t>
              </a:r>
              <a:endParaRPr lang="en-IN" sz="1200" dirty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C0E61B1E-D08D-4D8C-A898-6166E5D86154}"/>
                </a:ext>
              </a:extLst>
            </p:cNvPr>
            <p:cNvSpPr/>
            <p:nvPr/>
          </p:nvSpPr>
          <p:spPr>
            <a:xfrm>
              <a:off x="5203803" y="5108960"/>
              <a:ext cx="700755" cy="2563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SPE</a:t>
              </a:r>
              <a:endParaRPr lang="en-IN" sz="1200" dirty="0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16C5D886-5605-4F35-AC4E-B458E49C5645}"/>
              </a:ext>
            </a:extLst>
          </p:cNvPr>
          <p:cNvGrpSpPr/>
          <p:nvPr/>
        </p:nvGrpSpPr>
        <p:grpSpPr>
          <a:xfrm>
            <a:off x="7381920" y="4373673"/>
            <a:ext cx="942115" cy="1294850"/>
            <a:chOff x="4308740" y="4336325"/>
            <a:chExt cx="942115" cy="1342484"/>
          </a:xfrm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E3FC251E-1D58-4691-B68C-2069DC070DC9}"/>
                </a:ext>
              </a:extLst>
            </p:cNvPr>
            <p:cNvSpPr/>
            <p:nvPr/>
          </p:nvSpPr>
          <p:spPr>
            <a:xfrm>
              <a:off x="4308740" y="4336325"/>
              <a:ext cx="942115" cy="1342484"/>
            </a:xfrm>
            <a:prstGeom prst="roundRect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EB35A97-4EDA-4D16-A8A0-F42DC3B555FF}"/>
                </a:ext>
              </a:extLst>
            </p:cNvPr>
            <p:cNvSpPr/>
            <p:nvPr/>
          </p:nvSpPr>
          <p:spPr>
            <a:xfrm>
              <a:off x="4429797" y="4470129"/>
              <a:ext cx="700755" cy="2563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Dev</a:t>
              </a:r>
              <a:endParaRPr lang="en-IN" sz="1200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5BAC2D3B-C88D-4E21-94C7-7066F68BC9BB}"/>
                </a:ext>
              </a:extLst>
            </p:cNvPr>
            <p:cNvSpPr/>
            <p:nvPr/>
          </p:nvSpPr>
          <p:spPr>
            <a:xfrm>
              <a:off x="4428610" y="4820545"/>
              <a:ext cx="700755" cy="2563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SQE</a:t>
              </a:r>
              <a:endParaRPr lang="en-IN" sz="1200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99529DED-DE16-4461-8CEC-332D843A7C62}"/>
                </a:ext>
              </a:extLst>
            </p:cNvPr>
            <p:cNvSpPr/>
            <p:nvPr/>
          </p:nvSpPr>
          <p:spPr>
            <a:xfrm>
              <a:off x="4442417" y="5200864"/>
              <a:ext cx="700755" cy="2563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SPE</a:t>
              </a:r>
              <a:endParaRPr lang="en-IN" sz="1200" dirty="0"/>
            </a:p>
          </p:txBody>
        </p:sp>
      </p:grp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73F0D83-93F7-40BC-A4EB-34EF4BD2C3F4}"/>
              </a:ext>
            </a:extLst>
          </p:cNvPr>
          <p:cNvSpPr/>
          <p:nvPr/>
        </p:nvSpPr>
        <p:spPr>
          <a:xfrm>
            <a:off x="3473902" y="3514562"/>
            <a:ext cx="434410" cy="2809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IAB</a:t>
            </a:r>
            <a:endParaRPr lang="en-IN" sz="12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C965171-BA0F-46FF-92CA-1D0585F384A0}"/>
              </a:ext>
            </a:extLst>
          </p:cNvPr>
          <p:cNvSpPr txBox="1"/>
          <p:nvPr/>
        </p:nvSpPr>
        <p:spPr>
          <a:xfrm>
            <a:off x="3344150" y="3021693"/>
            <a:ext cx="1299844" cy="400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entury Gothic" panose="020B0502020202020204" pitchFamily="34" charset="0"/>
              </a:rPr>
              <a:t>Internal Architect Board</a:t>
            </a:r>
            <a:endParaRPr lang="en-IN" sz="1000" dirty="0">
              <a:latin typeface="Century Gothic" panose="020B0502020202020204" pitchFamily="34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0E4E6C6-D25D-4E9C-BE64-34E76A2897AF}"/>
              </a:ext>
            </a:extLst>
          </p:cNvPr>
          <p:cNvSpPr/>
          <p:nvPr/>
        </p:nvSpPr>
        <p:spPr>
          <a:xfrm>
            <a:off x="1748790" y="460688"/>
            <a:ext cx="8641080" cy="5786288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6EB7A35-C499-4B23-93E7-41A576CD3AEA}"/>
              </a:ext>
            </a:extLst>
          </p:cNvPr>
          <p:cNvSpPr txBox="1"/>
          <p:nvPr/>
        </p:nvSpPr>
        <p:spPr>
          <a:xfrm>
            <a:off x="6043314" y="2569699"/>
            <a:ext cx="2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IN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2757282-1A23-4CB3-9C77-1883704DD792}"/>
              </a:ext>
            </a:extLst>
          </p:cNvPr>
          <p:cNvSpPr txBox="1"/>
          <p:nvPr/>
        </p:nvSpPr>
        <p:spPr>
          <a:xfrm>
            <a:off x="6372500" y="3515871"/>
            <a:ext cx="2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IN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10F2E65-F1FA-4429-89E2-7A35B45DAEAF}"/>
              </a:ext>
            </a:extLst>
          </p:cNvPr>
          <p:cNvSpPr txBox="1"/>
          <p:nvPr/>
        </p:nvSpPr>
        <p:spPr>
          <a:xfrm>
            <a:off x="6903545" y="4851319"/>
            <a:ext cx="2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IN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FE01143-399E-4B9E-823A-1CEC573D838C}"/>
              </a:ext>
            </a:extLst>
          </p:cNvPr>
          <p:cNvSpPr txBox="1"/>
          <p:nvPr/>
        </p:nvSpPr>
        <p:spPr>
          <a:xfrm>
            <a:off x="3157239" y="3540493"/>
            <a:ext cx="2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IN" dirty="0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F080D2F9-57FB-41E4-BFD7-A41B7D7828E8}"/>
              </a:ext>
            </a:extLst>
          </p:cNvPr>
          <p:cNvCxnSpPr>
            <a:cxnSpLocks/>
            <a:stCxn id="19" idx="3"/>
            <a:endCxn id="6" idx="1"/>
          </p:cNvCxnSpPr>
          <p:nvPr/>
        </p:nvCxnSpPr>
        <p:spPr>
          <a:xfrm flipV="1">
            <a:off x="3934627" y="1919625"/>
            <a:ext cx="1181234" cy="25784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E5F26E2-ACC8-4985-BC4F-ED9D2154A964}"/>
              </a:ext>
            </a:extLst>
          </p:cNvPr>
          <p:cNvSpPr txBox="1"/>
          <p:nvPr/>
        </p:nvSpPr>
        <p:spPr>
          <a:xfrm>
            <a:off x="2930883" y="1605935"/>
            <a:ext cx="889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STF(04)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D6745F7B-2789-43A2-A544-A17A9E4A7B45}"/>
              </a:ext>
            </a:extLst>
          </p:cNvPr>
          <p:cNvCxnSpPr>
            <a:cxnSpLocks/>
            <a:stCxn id="5" idx="1"/>
            <a:endCxn id="4" idx="1"/>
          </p:cNvCxnSpPr>
          <p:nvPr/>
        </p:nvCxnSpPr>
        <p:spPr>
          <a:xfrm rot="10800000" flipH="1">
            <a:off x="2502269" y="931240"/>
            <a:ext cx="2838867" cy="1101721"/>
          </a:xfrm>
          <a:prstGeom prst="bentConnector3">
            <a:avLst>
              <a:gd name="adj1" fmla="val -80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941610C9-27D8-46C6-B72A-829CA05CB0CC}"/>
              </a:ext>
            </a:extLst>
          </p:cNvPr>
          <p:cNvCxnSpPr>
            <a:stCxn id="6" idx="0"/>
          </p:cNvCxnSpPr>
          <p:nvPr/>
        </p:nvCxnSpPr>
        <p:spPr>
          <a:xfrm rot="16200000" flipV="1">
            <a:off x="5974986" y="1365471"/>
            <a:ext cx="394921" cy="1528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F2F8B838-CA91-4FF8-B8DB-048B372D2067}"/>
              </a:ext>
            </a:extLst>
          </p:cNvPr>
          <p:cNvCxnSpPr>
            <a:cxnSpLocks/>
            <a:stCxn id="7" idx="0"/>
            <a:endCxn id="4" idx="3"/>
          </p:cNvCxnSpPr>
          <p:nvPr/>
        </p:nvCxnSpPr>
        <p:spPr>
          <a:xfrm rot="16200000" flipV="1">
            <a:off x="7628254" y="472922"/>
            <a:ext cx="695852" cy="16124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F4510908-7E1F-4179-9B92-C24E1F39F533}"/>
              </a:ext>
            </a:extLst>
          </p:cNvPr>
          <p:cNvCxnSpPr>
            <a:cxnSpLocks/>
            <a:stCxn id="30" idx="0"/>
            <a:endCxn id="6" idx="2"/>
          </p:cNvCxnSpPr>
          <p:nvPr/>
        </p:nvCxnSpPr>
        <p:spPr>
          <a:xfrm rot="5400000" flipH="1" flipV="1">
            <a:off x="6055359" y="2369014"/>
            <a:ext cx="362673" cy="243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7E99054F-0FE7-410F-BC3D-18D8A728554C}"/>
              </a:ext>
            </a:extLst>
          </p:cNvPr>
          <p:cNvCxnSpPr>
            <a:stCxn id="95" idx="0"/>
            <a:endCxn id="32" idx="3"/>
          </p:cNvCxnSpPr>
          <p:nvPr/>
        </p:nvCxnSpPr>
        <p:spPr>
          <a:xfrm rot="16200000" flipV="1">
            <a:off x="7308724" y="3829418"/>
            <a:ext cx="751128" cy="3373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F7FC09A3-DA26-4ECB-8254-16DD5E0F3556}"/>
              </a:ext>
            </a:extLst>
          </p:cNvPr>
          <p:cNvCxnSpPr>
            <a:stCxn id="82" idx="0"/>
            <a:endCxn id="32" idx="2"/>
          </p:cNvCxnSpPr>
          <p:nvPr/>
        </p:nvCxnSpPr>
        <p:spPr>
          <a:xfrm rot="16200000" flipV="1">
            <a:off x="6125983" y="4018790"/>
            <a:ext cx="340855" cy="1377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06C662CF-411B-48D8-99CC-5AF2877C8FA1}"/>
              </a:ext>
            </a:extLst>
          </p:cNvPr>
          <p:cNvCxnSpPr>
            <a:cxnSpLocks/>
            <a:stCxn id="57" idx="0"/>
          </p:cNvCxnSpPr>
          <p:nvPr/>
        </p:nvCxnSpPr>
        <p:spPr>
          <a:xfrm rot="5400000" flipH="1" flipV="1">
            <a:off x="5105486" y="4022421"/>
            <a:ext cx="316264" cy="1550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F788A91-F01F-4077-93D5-373337D95229}"/>
              </a:ext>
            </a:extLst>
          </p:cNvPr>
          <p:cNvCxnSpPr>
            <a:stCxn id="32" idx="0"/>
            <a:endCxn id="30" idx="2"/>
          </p:cNvCxnSpPr>
          <p:nvPr/>
        </p:nvCxnSpPr>
        <p:spPr>
          <a:xfrm flipH="1" flipV="1">
            <a:off x="6224500" y="3109383"/>
            <a:ext cx="3054" cy="218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31563550-9935-47C4-A362-D999E36366F7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7517771" y="2187586"/>
            <a:ext cx="1264652" cy="12414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73F4E034-65E0-45D5-92A5-2351C8851B75}"/>
              </a:ext>
            </a:extLst>
          </p:cNvPr>
          <p:cNvSpPr txBox="1"/>
          <p:nvPr/>
        </p:nvSpPr>
        <p:spPr>
          <a:xfrm>
            <a:off x="2341548" y="4127619"/>
            <a:ext cx="2735676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New Concept Development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Metaverse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AR TV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Wellness Service </a:t>
            </a:r>
          </a:p>
          <a:p>
            <a:r>
              <a:rPr lang="en-US" sz="1400" dirty="0"/>
              <a:t>SAB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100" dirty="0"/>
              <a:t>Cloud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100" dirty="0"/>
              <a:t>AI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100" dirty="0"/>
              <a:t>Voice Engine F/W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100" dirty="0"/>
              <a:t>?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100" dirty="0"/>
              <a:t>?</a:t>
            </a:r>
          </a:p>
          <a:p>
            <a:pPr marL="742950" lvl="1" indent="-285750">
              <a:buFont typeface="+mj-lt"/>
              <a:buAutoNum type="arabicPeriod"/>
            </a:pP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969751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71</Words>
  <Application>Microsoft Office PowerPoint</Application>
  <PresentationFormat>Widescreen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Century Gothic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Abinash Mishra</dc:creator>
  <cp:lastModifiedBy>Abinash Mishra</cp:lastModifiedBy>
  <cp:revision>16</cp:revision>
  <dcterms:created xsi:type="dcterms:W3CDTF">2021-12-18T14:25:58Z</dcterms:created>
  <dcterms:modified xsi:type="dcterms:W3CDTF">2022-01-30T17:22:31Z</dcterms:modified>
</cp:coreProperties>
</file>